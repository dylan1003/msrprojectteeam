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37" d="100"/>
          <a:sy n="37" d="100"/>
        </p:scale>
        <p:origin x="2658" y="17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11/21/2018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11/21/2018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11/21/2018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11/21/2018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11/21/2018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11/21/2018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11/21/2018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11/21/2018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11/21/2018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11/21/2018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11/21/2018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5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11/21/2018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AU" sz="2800" dirty="0" err="1" smtClean="0"/>
              <a:t>Tee</a:t>
            </a:r>
            <a:r>
              <a:rPr lang="en-AU" sz="9600" dirty="0" err="1" smtClean="0"/>
              <a:t>A</a:t>
            </a:r>
            <a:r>
              <a:rPr lang="en-AU" sz="2800" dirty="0" err="1" smtClean="0"/>
              <a:t>m</a:t>
            </a:r>
            <a:r>
              <a:rPr lang="en-AU" sz="2800" dirty="0" smtClean="0"/>
              <a:t> End of Project Retrospective</a:t>
            </a:r>
            <a:endParaRPr lang="en-AU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23/11/2018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52070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release 2 starting point and goals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sz="2800" b="1" dirty="0" smtClean="0"/>
              <a:t>Starting Point</a:t>
            </a:r>
            <a:r>
              <a:rPr lang="en-AU" dirty="0" smtClean="0"/>
              <a:t>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 smtClean="0"/>
              <a:t> End </a:t>
            </a:r>
            <a:r>
              <a:rPr lang="en-AU" dirty="0"/>
              <a:t>of release </a:t>
            </a:r>
            <a:r>
              <a:rPr lang="en-AU" dirty="0" smtClean="0"/>
              <a:t>1 (Team E).</a:t>
            </a:r>
            <a:endParaRPr lang="en-AU" dirty="0"/>
          </a:p>
          <a:p>
            <a:pPr>
              <a:buFont typeface="Wingdings" panose="05000000000000000000" pitchFamily="2" charset="2"/>
              <a:buChar char="v"/>
            </a:pPr>
            <a:r>
              <a:rPr lang="en-AU" dirty="0" smtClean="0"/>
              <a:t> A </a:t>
            </a:r>
            <a:r>
              <a:rPr lang="en-AU" dirty="0"/>
              <a:t>good base for release </a:t>
            </a:r>
            <a:r>
              <a:rPr lang="en-AU" dirty="0" smtClean="0"/>
              <a:t>2, which almost </a:t>
            </a:r>
            <a:r>
              <a:rPr lang="en-AU" dirty="0"/>
              <a:t>fully </a:t>
            </a:r>
            <a:r>
              <a:rPr lang="en-AU" dirty="0" smtClean="0"/>
              <a:t>covered all features for previous release.</a:t>
            </a:r>
          </a:p>
          <a:p>
            <a:pPr marL="0" indent="0">
              <a:buNone/>
            </a:pPr>
            <a:r>
              <a:rPr lang="en-AU" sz="2800" b="1" dirty="0"/>
              <a:t>Goals </a:t>
            </a:r>
            <a:endParaRPr lang="en-AU" sz="2800" b="1" dirty="0"/>
          </a:p>
          <a:p>
            <a:pPr>
              <a:buFont typeface="Wingdings" panose="05000000000000000000" pitchFamily="2" charset="2"/>
              <a:buChar char="v"/>
            </a:pPr>
            <a:r>
              <a:rPr lang="en-AU" dirty="0" smtClean="0"/>
              <a:t> Add all features </a:t>
            </a:r>
            <a:r>
              <a:rPr lang="en-AU" dirty="0"/>
              <a:t>for release </a:t>
            </a:r>
            <a:r>
              <a:rPr lang="en-AU" dirty="0" smtClean="0"/>
              <a:t>2.</a:t>
            </a:r>
            <a:endParaRPr lang="en-AU" dirty="0"/>
          </a:p>
          <a:p>
            <a:pPr>
              <a:buFont typeface="Wingdings" panose="05000000000000000000" pitchFamily="2" charset="2"/>
              <a:buChar char="v"/>
            </a:pPr>
            <a:r>
              <a:rPr lang="en-AU" dirty="0" smtClean="0"/>
              <a:t> Polish remaining </a:t>
            </a:r>
            <a:r>
              <a:rPr lang="en-AU" dirty="0"/>
              <a:t>features for release </a:t>
            </a:r>
            <a:r>
              <a:rPr lang="en-AU" dirty="0" smtClean="0"/>
              <a:t>1.</a:t>
            </a:r>
            <a:endParaRPr lang="en-AU" dirty="0"/>
          </a:p>
          <a:p>
            <a:pPr>
              <a:buFont typeface="Wingdings" panose="05000000000000000000" pitchFamily="2" charset="2"/>
              <a:buChar char="v"/>
            </a:pPr>
            <a:r>
              <a:rPr lang="en-AU" dirty="0" smtClean="0"/>
              <a:t> Become more proficient with the technology of project.</a:t>
            </a:r>
            <a:endParaRPr lang="en-AU" dirty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00852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/>
            </a:r>
            <a:br>
              <a:rPr lang="en-AU" dirty="0"/>
            </a:br>
            <a:r>
              <a:rPr lang="en-AU" dirty="0" smtClean="0"/>
              <a:t/>
            </a:r>
            <a:br>
              <a:rPr lang="en-AU" dirty="0" smtClean="0"/>
            </a:br>
            <a:r>
              <a:rPr lang="en-AU" sz="5600" dirty="0" smtClean="0"/>
              <a:t>What </a:t>
            </a:r>
            <a:r>
              <a:rPr lang="en-AU" sz="5600" dirty="0"/>
              <a:t>have we done during this time</a:t>
            </a:r>
            <a:r>
              <a:rPr lang="en-AU" sz="5600" dirty="0"/>
              <a:t>?</a:t>
            </a:r>
            <a:r>
              <a:rPr lang="en-AU" dirty="0"/>
              <a:t/>
            </a:r>
            <a:br>
              <a:rPr lang="en-AU" dirty="0"/>
            </a:b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AU" dirty="0"/>
              <a:t> Worked towards and completed most project goals.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 smtClean="0"/>
              <a:t> Presented </a:t>
            </a:r>
            <a:r>
              <a:rPr lang="en-AU" dirty="0"/>
              <a:t>the Friday before remembrance day</a:t>
            </a:r>
            <a:r>
              <a:rPr lang="en-AU" dirty="0" smtClean="0"/>
              <a:t>.</a:t>
            </a:r>
          </a:p>
          <a:p>
            <a:pPr>
              <a:buFont typeface="Wingdings" panose="05000000000000000000" pitchFamily="2" charset="2"/>
              <a:buChar char="v"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95256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/>
            </a:r>
            <a:br>
              <a:rPr lang="en-AU" dirty="0"/>
            </a:br>
            <a:r>
              <a:rPr lang="en-AU" dirty="0" smtClean="0"/>
              <a:t>What went Well?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AU" dirty="0"/>
              <a:t> We communicated as a team and as a result we prevailed. Absent team member was still in the loop</a:t>
            </a:r>
            <a:r>
              <a:rPr lang="en-AU" dirty="0" smtClean="0"/>
              <a:t>.</a:t>
            </a:r>
            <a:endParaRPr lang="en-AU" dirty="0"/>
          </a:p>
          <a:p>
            <a:pPr>
              <a:buFont typeface="Wingdings" panose="05000000000000000000" pitchFamily="2" charset="2"/>
              <a:buChar char="v"/>
            </a:pPr>
            <a:r>
              <a:rPr lang="en-AU" dirty="0" smtClean="0"/>
              <a:t> We </a:t>
            </a:r>
            <a:r>
              <a:rPr lang="en-AU" dirty="0"/>
              <a:t>delivered 95% of everything the team set out to deliver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 smtClean="0"/>
              <a:t> Previous </a:t>
            </a:r>
            <a:r>
              <a:rPr lang="en-AU" dirty="0"/>
              <a:t>release was well documented and accessible which assisted in project </a:t>
            </a:r>
            <a:r>
              <a:rPr lang="en-AU" dirty="0" smtClean="0"/>
              <a:t>handover/team </a:t>
            </a:r>
            <a:r>
              <a:rPr lang="en-AU" dirty="0"/>
              <a:t>adaptation. 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 smtClean="0"/>
              <a:t> Agile </a:t>
            </a:r>
            <a:r>
              <a:rPr lang="en-AU" dirty="0"/>
              <a:t>project methodology was managed well.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16412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/>
            </a:r>
            <a:br>
              <a:rPr lang="en-AU" dirty="0"/>
            </a:br>
            <a:r>
              <a:rPr lang="en-AU" dirty="0" smtClean="0"/>
              <a:t>What were the biggest issues?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endParaRPr lang="en-AU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AU" dirty="0" smtClean="0"/>
              <a:t> </a:t>
            </a:r>
            <a:r>
              <a:rPr lang="en-AU" u="sng" dirty="0" smtClean="0"/>
              <a:t>Time constraints</a:t>
            </a:r>
            <a:endParaRPr lang="en-AU" u="sng" dirty="0"/>
          </a:p>
          <a:p>
            <a:pPr>
              <a:buFont typeface="Wingdings" panose="05000000000000000000" pitchFamily="2" charset="2"/>
              <a:buChar char="v"/>
            </a:pPr>
            <a:r>
              <a:rPr lang="en-AU" dirty="0" smtClean="0"/>
              <a:t> One </a:t>
            </a:r>
            <a:r>
              <a:rPr lang="en-AU" dirty="0"/>
              <a:t>team member down, rest of team adapted well though.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 smtClean="0"/>
              <a:t> Occasional illnesses ravaged </a:t>
            </a:r>
            <a:r>
              <a:rPr lang="en-AU" dirty="0"/>
              <a:t>the team's </a:t>
            </a:r>
            <a:r>
              <a:rPr lang="en-AU" dirty="0" smtClean="0"/>
              <a:t>project time</a:t>
            </a:r>
            <a:endParaRPr lang="en-AU" dirty="0"/>
          </a:p>
          <a:p>
            <a:pPr>
              <a:buFont typeface="Wingdings" panose="05000000000000000000" pitchFamily="2" charset="2"/>
              <a:buChar char="v"/>
            </a:pPr>
            <a:r>
              <a:rPr lang="en-AU" dirty="0" smtClean="0"/>
              <a:t> Project </a:t>
            </a:r>
            <a:r>
              <a:rPr lang="en-AU" dirty="0"/>
              <a:t>handover was difficult to manage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 smtClean="0"/>
              <a:t> Overall </a:t>
            </a:r>
            <a:r>
              <a:rPr lang="en-AU" dirty="0"/>
              <a:t>team learning </a:t>
            </a:r>
            <a:r>
              <a:rPr lang="en-AU" dirty="0" smtClean="0"/>
              <a:t>curve for tech (minor)</a:t>
            </a:r>
            <a:endParaRPr lang="en-AU" dirty="0"/>
          </a:p>
          <a:p>
            <a:pPr>
              <a:buFont typeface="Wingdings" panose="05000000000000000000" pitchFamily="2" charset="2"/>
              <a:buChar char="v"/>
            </a:pPr>
            <a:r>
              <a:rPr lang="en-AU" dirty="0" smtClean="0"/>
              <a:t> Everyone other than Dom had to manage adapting to new project.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76810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/>
            </a:r>
            <a:br>
              <a:rPr lang="en-AU" dirty="0"/>
            </a:br>
            <a:r>
              <a:rPr lang="en-AU" dirty="0" smtClean="0"/>
              <a:t>What could have we done better?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AU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AU" dirty="0"/>
              <a:t> Presentations could have been improved for client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 smtClean="0"/>
              <a:t> Tailoring </a:t>
            </a:r>
            <a:r>
              <a:rPr lang="en-AU" dirty="0"/>
              <a:t>the presentation more for Brenton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 smtClean="0"/>
              <a:t> Included </a:t>
            </a:r>
            <a:r>
              <a:rPr lang="en-AU" dirty="0"/>
              <a:t>data that was more captivating to client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 smtClean="0"/>
              <a:t> Better </a:t>
            </a:r>
            <a:r>
              <a:rPr lang="en-AU" dirty="0"/>
              <a:t>client management/more interaction with client, (direct to team).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 smtClean="0"/>
              <a:t> Scope </a:t>
            </a:r>
            <a:r>
              <a:rPr lang="en-AU" dirty="0"/>
              <a:t>creeped.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 smtClean="0"/>
              <a:t> More </a:t>
            </a:r>
            <a:r>
              <a:rPr lang="en-AU" dirty="0"/>
              <a:t>appropriate tasks assigned for each sprint.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 smtClean="0"/>
              <a:t> Managed </a:t>
            </a:r>
            <a:r>
              <a:rPr lang="en-AU" dirty="0"/>
              <a:t>to use less databases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 smtClean="0"/>
              <a:t> Futureproofing </a:t>
            </a:r>
            <a:r>
              <a:rPr lang="en-AU" dirty="0"/>
              <a:t>implementation</a:t>
            </a:r>
          </a:p>
        </p:txBody>
      </p:sp>
    </p:spTree>
    <p:extLst>
      <p:ext uri="{BB962C8B-B14F-4D97-AF65-F5344CB8AC3E}">
        <p14:creationId xmlns:p14="http://schemas.microsoft.com/office/powerpoint/2010/main" val="699455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/>
            </a:r>
            <a:br>
              <a:rPr lang="en-AU" dirty="0"/>
            </a:br>
            <a:r>
              <a:rPr lang="en-AU" dirty="0"/>
              <a:t>What have we learnt</a:t>
            </a:r>
            <a:r>
              <a:rPr lang="en-AU" dirty="0" smtClean="0"/>
              <a:t>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AU" sz="2400" b="1" dirty="0" smtClean="0"/>
              <a:t>Individual</a:t>
            </a:r>
            <a:endParaRPr lang="en-AU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AU" dirty="0"/>
              <a:t> Dom: Team communication, team management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 smtClean="0"/>
              <a:t> Jackson</a:t>
            </a:r>
            <a:r>
              <a:rPr lang="en-AU" dirty="0"/>
              <a:t>: </a:t>
            </a:r>
            <a:r>
              <a:rPr lang="en-AU" dirty="0" smtClean="0"/>
              <a:t>ASP.NET/MVC/Razor </a:t>
            </a:r>
            <a:r>
              <a:rPr lang="en-AU" dirty="0"/>
              <a:t>pages, Working in agile environments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 smtClean="0"/>
              <a:t> Myles</a:t>
            </a:r>
            <a:r>
              <a:rPr lang="en-AU" dirty="0"/>
              <a:t>: Front end development, ASP.NET, Agile work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 smtClean="0"/>
              <a:t> Michelle</a:t>
            </a:r>
            <a:r>
              <a:rPr lang="en-AU" dirty="0"/>
              <a:t>: Time management skills, analysis/understanding the project/consulting documentation before screwing with things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 smtClean="0"/>
              <a:t> Dylan</a:t>
            </a:r>
            <a:r>
              <a:rPr lang="en-AU" dirty="0"/>
              <a:t>: Front end development, communication, value of paired programming</a:t>
            </a:r>
          </a:p>
          <a:p>
            <a:pPr marL="0" indent="0">
              <a:buNone/>
            </a:pPr>
            <a:r>
              <a:rPr lang="en-AU" sz="2400" b="1" dirty="0" smtClean="0"/>
              <a:t>Team</a:t>
            </a:r>
            <a:endParaRPr lang="en-AU" dirty="0"/>
          </a:p>
          <a:p>
            <a:pPr>
              <a:buFont typeface="Wingdings" panose="05000000000000000000" pitchFamily="2" charset="2"/>
              <a:buChar char="v"/>
            </a:pPr>
            <a:r>
              <a:rPr lang="en-AU" dirty="0" smtClean="0"/>
              <a:t> Git </a:t>
            </a:r>
            <a:r>
              <a:rPr lang="en-AU" dirty="0"/>
              <a:t>repository </a:t>
            </a:r>
            <a:r>
              <a:rPr lang="en-AU" dirty="0" smtClean="0"/>
              <a:t>management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 smtClean="0"/>
              <a:t> Agile work/sprint planning skills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 smtClean="0"/>
              <a:t> </a:t>
            </a:r>
            <a:r>
              <a:rPr lang="en-AU" dirty="0" err="1" smtClean="0"/>
              <a:t>Standups</a:t>
            </a:r>
            <a:endParaRPr lang="en-AU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AU" dirty="0" smtClean="0"/>
              <a:t> Time management</a:t>
            </a:r>
          </a:p>
        </p:txBody>
      </p:sp>
    </p:spTree>
    <p:extLst>
      <p:ext uri="{BB962C8B-B14F-4D97-AF65-F5344CB8AC3E}">
        <p14:creationId xmlns:p14="http://schemas.microsoft.com/office/powerpoint/2010/main" val="511691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41</TotalTime>
  <Words>323</Words>
  <Application>Microsoft Office PowerPoint</Application>
  <PresentationFormat>Widescreen</PresentationFormat>
  <Paragraphs>50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Tw Cen MT</vt:lpstr>
      <vt:lpstr>Tw Cen MT Condensed</vt:lpstr>
      <vt:lpstr>Wingdings</vt:lpstr>
      <vt:lpstr>Wingdings 3</vt:lpstr>
      <vt:lpstr>Integral</vt:lpstr>
      <vt:lpstr>TeeAm End of Project Retrospective</vt:lpstr>
      <vt:lpstr> release 2 starting point and goals</vt:lpstr>
      <vt:lpstr>  What have we done during this time? </vt:lpstr>
      <vt:lpstr> What went Well?</vt:lpstr>
      <vt:lpstr> What were the biggest issues?</vt:lpstr>
      <vt:lpstr> What could have we done better?</vt:lpstr>
      <vt:lpstr> What have we learnt?</vt:lpstr>
    </vt:vector>
  </TitlesOfParts>
  <Company>Swinburne University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TeeAm End of Project Retrospective</dc:title>
  <dc:creator>DYLAN PRIESTLEY</dc:creator>
  <cp:lastModifiedBy>DYLAN PRIESTLEY</cp:lastModifiedBy>
  <cp:revision>6</cp:revision>
  <dcterms:created xsi:type="dcterms:W3CDTF">2018-11-20T22:46:38Z</dcterms:created>
  <dcterms:modified xsi:type="dcterms:W3CDTF">2018-11-20T23:28:33Z</dcterms:modified>
</cp:coreProperties>
</file>